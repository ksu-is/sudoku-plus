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6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4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96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5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4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76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0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9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0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5386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20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0871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80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29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33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D382C-C194-4501-8B60-1162DC4846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71BA016-E360-466D-AF11-DBF9EEA32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29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su-is/Sudoku-Plu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3C9E-5486-867D-7B0F-C1E9E6F36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1229895"/>
          </a:xfrm>
        </p:spPr>
        <p:txBody>
          <a:bodyPr anchor="ctr"/>
          <a:lstStyle/>
          <a:p>
            <a:r>
              <a:rPr lang="en-US" dirty="0">
                <a:latin typeface="Agency FB" panose="020B0503020202020204" pitchFamily="34" charset="0"/>
              </a:rPr>
              <a:t>Sudoku Plus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253215-D639-6948-001E-92F7348AA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75873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gency FB" panose="020B0503020202020204" pitchFamily="34" charset="0"/>
              </a:rPr>
              <a:t>Made by Aiden Caraway</a:t>
            </a:r>
            <a:br>
              <a:rPr lang="en-US" sz="3200" dirty="0">
                <a:latin typeface="Agency FB" panose="020B0503020202020204" pitchFamily="34" charset="0"/>
              </a:rPr>
            </a:br>
            <a:r>
              <a:rPr lang="en-US" sz="3200" dirty="0">
                <a:latin typeface="Agency FB" panose="020B0503020202020204" pitchFamily="34" charset="0"/>
                <a:hlinkClick r:id="rId2"/>
              </a:rPr>
              <a:t>https://github.com/ksu-is/Sudoku-Plus</a:t>
            </a:r>
            <a:endParaRPr lang="en-US" sz="3200" dirty="0">
              <a:latin typeface="Agency FB" panose="020B0503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6D102E6-0E11-D51A-945F-2C861D4C9D0C}"/>
              </a:ext>
            </a:extLst>
          </p:cNvPr>
          <p:cNvSpPr txBox="1">
            <a:spLocks/>
          </p:cNvSpPr>
          <p:nvPr/>
        </p:nvSpPr>
        <p:spPr>
          <a:xfrm>
            <a:off x="1524000" y="270576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gency FB" panose="020B0503020202020204" pitchFamily="34" charset="0"/>
              </a:rPr>
              <a:t>A Sudoku-like game where the goal is to finish the puzzle as quickly as possible.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9CFDC4-69AE-1F94-DB5F-D35A24B95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628" y="3429000"/>
            <a:ext cx="2710744" cy="31647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91707158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6452657A7FCD4298CC8F23068FAE41" ma:contentTypeVersion="9" ma:contentTypeDescription="Create a new document." ma:contentTypeScope="" ma:versionID="14127682cf8c9b028966980083192bef">
  <xsd:schema xmlns:xsd="http://www.w3.org/2001/XMLSchema" xmlns:xs="http://www.w3.org/2001/XMLSchema" xmlns:p="http://schemas.microsoft.com/office/2006/metadata/properties" xmlns:ns3="5c4ed543-5bfc-420e-bfdd-14d793f80695" xmlns:ns4="f05b18c6-c497-413d-8d92-23c35337e6f2" targetNamespace="http://schemas.microsoft.com/office/2006/metadata/properties" ma:root="true" ma:fieldsID="9290ebcf3600b1bf4304b40c00732e58" ns3:_="" ns4:_="">
    <xsd:import namespace="5c4ed543-5bfc-420e-bfdd-14d793f80695"/>
    <xsd:import namespace="f05b18c6-c497-413d-8d92-23c35337e6f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4ed543-5bfc-420e-bfdd-14d793f806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b18c6-c497-413d-8d92-23c35337e6f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4ed543-5bfc-420e-bfdd-14d793f80695" xsi:nil="true"/>
  </documentManagement>
</p:properties>
</file>

<file path=customXml/itemProps1.xml><?xml version="1.0" encoding="utf-8"?>
<ds:datastoreItem xmlns:ds="http://schemas.openxmlformats.org/officeDocument/2006/customXml" ds:itemID="{BBD674A8-8642-4623-A72C-F9F545554F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4ed543-5bfc-420e-bfdd-14d793f80695"/>
    <ds:schemaRef ds:uri="f05b18c6-c497-413d-8d92-23c35337e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5C372E-7F87-4811-B4E9-7E38D1C400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381867-3434-4EFC-B131-0FBFEA46930E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f05b18c6-c497-413d-8d92-23c35337e6f2"/>
    <ds:schemaRef ds:uri="5c4ed543-5bfc-420e-bfdd-14d793f80695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</TotalTime>
  <Words>32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Agency FB</vt:lpstr>
      <vt:lpstr>Arial</vt:lpstr>
      <vt:lpstr>Century Gothic</vt:lpstr>
      <vt:lpstr>Wingdings 3</vt:lpstr>
      <vt:lpstr>Wisp</vt:lpstr>
      <vt:lpstr>Sudoku Plus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Aiden Caraway</dc:creator>
  <cp:lastModifiedBy>Aiden Caraway</cp:lastModifiedBy>
  <cp:revision>1</cp:revision>
  <dcterms:created xsi:type="dcterms:W3CDTF">2025-12-01T14:35:44Z</dcterms:created>
  <dcterms:modified xsi:type="dcterms:W3CDTF">2025-12-01T15:12:25Z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0x010100F16452657A7FCD4298CC8F23068FAE41</vt:lpwstr>
  </property>
</Properties>
</file>