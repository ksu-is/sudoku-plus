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060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42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96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58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246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53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776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602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94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307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85386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0201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80871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7807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290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33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929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ksu-is/Sudoku-Plus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3C9E-5486-867D-7B0F-C1E9E6F36D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931989"/>
          </a:xfrm>
        </p:spPr>
        <p:txBody>
          <a:bodyPr anchor="t">
            <a:normAutofit/>
          </a:bodyPr>
          <a:lstStyle/>
          <a:p>
            <a:pPr algn="ctr"/>
            <a:r>
              <a:rPr lang="en-US" dirty="0">
                <a:latin typeface="Agency FB" panose="020B0503020202020204" pitchFamily="34" charset="0"/>
              </a:rPr>
              <a:t>Sudoku Plus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253215-D639-6948-001E-92F7348AAD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55641"/>
            <a:ext cx="9144000" cy="1074080"/>
          </a:xfrm>
        </p:spPr>
        <p:txBody>
          <a:bodyPr>
            <a:normAutofit/>
          </a:bodyPr>
          <a:lstStyle/>
          <a:p>
            <a:pPr algn="ctr"/>
            <a:r>
              <a:rPr lang="en-US" sz="2800" dirty="0">
                <a:latin typeface="Agency FB" panose="020B0503020202020204" pitchFamily="34" charset="0"/>
              </a:rPr>
              <a:t>Made by Aiden Caraway</a:t>
            </a:r>
            <a:br>
              <a:rPr lang="en-US" sz="2800" dirty="0">
                <a:latin typeface="Agency FB" panose="020B0503020202020204" pitchFamily="34" charset="0"/>
              </a:rPr>
            </a:br>
            <a:r>
              <a:rPr lang="en-US" sz="2800" dirty="0">
                <a:solidFill>
                  <a:schemeClr val="accent1"/>
                </a:solidFill>
                <a:latin typeface="Agency FB" panose="020B0503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https://github.com/ksu-is/Sudoku-Plus</a:t>
            </a:r>
            <a:endParaRPr lang="en-US" sz="2800" dirty="0">
              <a:solidFill>
                <a:schemeClr val="accent1"/>
              </a:solidFill>
              <a:latin typeface="Agency FB" panose="020B0503020202020204" pitchFamily="34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6D102E6-0E11-D51A-945F-2C861D4C9D0C}"/>
              </a:ext>
            </a:extLst>
          </p:cNvPr>
          <p:cNvSpPr txBox="1">
            <a:spLocks/>
          </p:cNvSpPr>
          <p:nvPr/>
        </p:nvSpPr>
        <p:spPr>
          <a:xfrm>
            <a:off x="1774885" y="2578460"/>
            <a:ext cx="8642230" cy="7009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gency FB" panose="020B0503020202020204" pitchFamily="34" charset="0"/>
              </a:rPr>
              <a:t>A fast-paced Sudoku game where the goal is to finish the puzzle as quickly as possible.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9CFDC4-69AE-1F94-DB5F-D35A24B95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628" y="3498011"/>
            <a:ext cx="2710744" cy="31647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  <a:softEdge rad="31750"/>
          </a:effec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F22DAE0-B2C1-81D7-B09F-7B23FF001825}"/>
              </a:ext>
            </a:extLst>
          </p:cNvPr>
          <p:cNvSpPr/>
          <p:nvPr/>
        </p:nvSpPr>
        <p:spPr>
          <a:xfrm>
            <a:off x="1774883" y="2563567"/>
            <a:ext cx="8642231" cy="73074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071588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16452657A7FCD4298CC8F23068FAE41" ma:contentTypeVersion="9" ma:contentTypeDescription="Create a new document." ma:contentTypeScope="" ma:versionID="14127682cf8c9b028966980083192bef">
  <xsd:schema xmlns:xsd="http://www.w3.org/2001/XMLSchema" xmlns:xs="http://www.w3.org/2001/XMLSchema" xmlns:p="http://schemas.microsoft.com/office/2006/metadata/properties" xmlns:ns3="5c4ed543-5bfc-420e-bfdd-14d793f80695" xmlns:ns4="f05b18c6-c497-413d-8d92-23c35337e6f2" targetNamespace="http://schemas.microsoft.com/office/2006/metadata/properties" ma:root="true" ma:fieldsID="9290ebcf3600b1bf4304b40c00732e58" ns3:_="" ns4:_="">
    <xsd:import namespace="5c4ed543-5bfc-420e-bfdd-14d793f80695"/>
    <xsd:import namespace="f05b18c6-c497-413d-8d92-23c35337e6f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4ed543-5bfc-420e-bfdd-14d793f806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5b18c6-c497-413d-8d92-23c35337e6f2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c4ed543-5bfc-420e-bfdd-14d793f80695" xsi:nil="true"/>
  </documentManagement>
</p:properties>
</file>

<file path=customXml/itemProps1.xml><?xml version="1.0" encoding="utf-8"?>
<ds:datastoreItem xmlns:ds="http://schemas.openxmlformats.org/officeDocument/2006/customXml" ds:itemID="{BBD674A8-8642-4623-A72C-F9F545554F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c4ed543-5bfc-420e-bfdd-14d793f80695"/>
    <ds:schemaRef ds:uri="f05b18c6-c497-413d-8d92-23c35337e6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A5C372E-7F87-4811-B4E9-7E38D1C400A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381867-3434-4EFC-B131-0FBFEA46930E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f05b18c6-c497-413d-8d92-23c35337e6f2"/>
    <ds:schemaRef ds:uri="5c4ed543-5bfc-420e-bfdd-14d793f80695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73</TotalTime>
  <Words>33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Agency FB</vt:lpstr>
      <vt:lpstr>Arial</vt:lpstr>
      <vt:lpstr>Century Gothic</vt:lpstr>
      <vt:lpstr>Wingdings 3</vt:lpstr>
      <vt:lpstr>Wisp</vt:lpstr>
      <vt:lpstr>Sudoku Plus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Aiden Caraway</dc:creator>
  <cp:lastModifiedBy>Aiden Caraway</cp:lastModifiedBy>
  <cp:revision>3</cp:revision>
  <dcterms:created xsi:type="dcterms:W3CDTF">2025-12-01T14:35:44Z</dcterms:created>
  <dcterms:modified xsi:type="dcterms:W3CDTF">2025-12-01T15:49:03Z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0x010100F16452657A7FCD4298CC8F23068FAE41</vt:lpwstr>
  </property>
</Properties>
</file>